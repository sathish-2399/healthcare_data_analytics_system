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5"/>
  </p:notesMasterIdLst>
  <p:sldIdLst>
    <p:sldId id="270" r:id="rId2"/>
    <p:sldId id="272" r:id="rId3"/>
    <p:sldId id="273" r:id="rId4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DE178F9-2E17-4F02-A340-AD467C8C089F}">
  <a:tblStyle styleId="{2DE178F9-2E17-4F02-A340-AD467C8C089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924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090" y="17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245225" y="301201"/>
            <a:ext cx="7022400" cy="1074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lnSpc>
                <a:spcPct val="110862"/>
              </a:lnSpc>
            </a:pPr>
            <a:r>
              <a:rPr lang="en" sz="29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NATIONAL ENGINEERING COLLEGE,</a:t>
            </a:r>
            <a:endParaRPr sz="29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>
              <a:lnSpc>
                <a:spcPct val="108723"/>
              </a:lnSpc>
            </a:pPr>
            <a:r>
              <a:rPr lang="en" sz="23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K.R.NAGAR, KOVILPATTI - 628 503</a:t>
            </a:r>
            <a:endParaRPr sz="235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5" name="Google Shape;55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5891" y="323494"/>
            <a:ext cx="1009332" cy="99669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235900" y="3452526"/>
            <a:ext cx="3500700" cy="12310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" sz="2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Tutor Name:</a:t>
            </a:r>
          </a:p>
          <a:p>
            <a:r>
              <a:rPr lang="e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Dr.R.Rajakumari</a:t>
            </a:r>
          </a:p>
          <a:p>
            <a:r>
              <a:rPr lang="e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Associate Prof/CSE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5469600" y="3898575"/>
            <a:ext cx="36744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2700"/>
            <a:r>
              <a:rPr lang="e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SATHISH B - 2312099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EB3BF4-511B-1B4A-058C-E11576F88DFA}"/>
              </a:ext>
            </a:extLst>
          </p:cNvPr>
          <p:cNvSpPr txBox="1"/>
          <p:nvPr/>
        </p:nvSpPr>
        <p:spPr>
          <a:xfrm>
            <a:off x="2404947" y="2048530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Competency-Skill Mapping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81DB3-A115-9099-9249-B788AB0A24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1700" y="348275"/>
            <a:ext cx="8520608" cy="792600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/>
              <a:t>Objective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323C74-2BE2-83CC-57B2-4C00E69E1E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0706" y="1226633"/>
            <a:ext cx="8520608" cy="3345366"/>
          </a:xfrm>
        </p:spPr>
        <p:txBody>
          <a:bodyPr>
            <a:normAutofit fontScale="62500" lnSpcReduction="20000"/>
          </a:bodyPr>
          <a:lstStyle/>
          <a:p>
            <a:pPr marL="571500" indent="-457200" algn="l">
              <a:buFont typeface="Arial" panose="020B0604020202020204" pitchFamily="34" charset="0"/>
              <a:buChar char="•"/>
            </a:pPr>
            <a:r>
              <a:rPr lang="en-US" dirty="0"/>
              <a:t>I am an ambitious Computer Science student with a strong foundation in programming, data analytics, and problem-solving. I have hands-on experience in SQL, Python, ETL processes, data visualization, and basic machine learning, along with a solid understanding of statistics and database management. I aim to apply my technical knowledge to analyze complex datasets, extract meaningful insights, and build efficient data-driven solutions.</a:t>
            </a:r>
          </a:p>
          <a:p>
            <a:pPr marL="114300" indent="0" algn="l"/>
            <a:endParaRPr lang="en-US" dirty="0"/>
          </a:p>
          <a:p>
            <a:pPr marL="571500" indent="-457200" algn="l">
              <a:buFont typeface="Arial" panose="020B0604020202020204" pitchFamily="34" charset="0"/>
              <a:buChar char="•"/>
            </a:pPr>
            <a:r>
              <a:rPr lang="en-US" dirty="0"/>
              <a:t>I am seeking an entry-level opportunity in the fields of Data Analytics, Data Engineering, or Data Science where I can contribute to scalable data pipeline development, advanced analytical solutions, and intelligent decision-making systems. My goal is to continuously enhance my technical expertise, adapt to emerging technologies, and grow into a well-rounded data professional while delivering measurable business impact.</a:t>
            </a:r>
          </a:p>
          <a:p>
            <a:pPr algn="l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405687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212725-7EEF-FCCF-132C-EBF1DFD37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910" y="445025"/>
            <a:ext cx="8431390" cy="572700"/>
          </a:xfrm>
        </p:spPr>
        <p:txBody>
          <a:bodyPr>
            <a:normAutofit fontScale="90000"/>
          </a:bodyPr>
          <a:lstStyle/>
          <a:p>
            <a:r>
              <a:rPr lang="en-US" dirty="0"/>
              <a:t>Present Skills:</a:t>
            </a:r>
            <a:endParaRPr lang="en-IN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023C92C3-56DB-3298-1F8C-80CDAB5A86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17756" y="1062168"/>
            <a:ext cx="8014544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Programming: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Java ,Python ,C++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Database: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MySQL, MongoDB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Engineering: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ETL pipeline </a:t>
            </a: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Analytics: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Power BI, Tableau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Web &amp; Backend: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React JS ,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Node JS, Express JS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Tools: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Git, GitHub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D1F8B7-1F6C-473E-692F-7D13718F9B07}"/>
              </a:ext>
            </a:extLst>
          </p:cNvPr>
          <p:cNvSpPr txBox="1"/>
          <p:nvPr/>
        </p:nvSpPr>
        <p:spPr>
          <a:xfrm>
            <a:off x="400910" y="4498420"/>
            <a:ext cx="34276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Salary: 10-12LPA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56542F1-ADF6-4C92-35B0-269BC4BAB3EE}"/>
              </a:ext>
            </a:extLst>
          </p:cNvPr>
          <p:cNvSpPr txBox="1"/>
          <p:nvPr/>
        </p:nvSpPr>
        <p:spPr>
          <a:xfrm>
            <a:off x="453484" y="2834411"/>
            <a:ext cx="22674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Achievements: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D73B70-BD15-C78A-7A2F-21C51A6A8E6A}"/>
              </a:ext>
            </a:extLst>
          </p:cNvPr>
          <p:cNvSpPr txBox="1"/>
          <p:nvPr/>
        </p:nvSpPr>
        <p:spPr>
          <a:xfrm>
            <a:off x="1988366" y="3712582"/>
            <a:ext cx="48584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00BD8C68-32F5-CD3C-7634-A96AD39D4C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C607C74-12EE-8996-CE7F-A9C7D1A0A48C}"/>
              </a:ext>
            </a:extLst>
          </p:cNvPr>
          <p:cNvSpPr txBox="1"/>
          <p:nvPr/>
        </p:nvSpPr>
        <p:spPr>
          <a:xfrm>
            <a:off x="817756" y="3234521"/>
            <a:ext cx="7790985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Completed a Virtual Online Internship at Prodigy Infotech as a Data Science Intern.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Solved 2,173 problems on </a:t>
            </a:r>
            <a:r>
              <a:rPr lang="en-US" alt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Skillrack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earned 1,293 medals.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Solved 350+ problems on </a:t>
            </a:r>
            <a:r>
              <a:rPr lang="en-US" alt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LeetCode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strengthen problem-solving and data structure skills.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Completed Excel for Business Analytics certification on Coursera.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678517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433</TotalTime>
  <Words>272</Words>
  <Application>Microsoft Office PowerPoint</Application>
  <PresentationFormat>On-screen Show (16:9)</PresentationFormat>
  <Paragraphs>24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Times New Roman</vt:lpstr>
      <vt:lpstr>Simple Light</vt:lpstr>
      <vt:lpstr>PowerPoint Presentation</vt:lpstr>
      <vt:lpstr>Objective</vt:lpstr>
      <vt:lpstr>Present Skills: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ADMIN</dc:creator>
  <cp:lastModifiedBy>Sathish B</cp:lastModifiedBy>
  <cp:revision>18</cp:revision>
  <dcterms:modified xsi:type="dcterms:W3CDTF">2026-03-02T09:18:45Z</dcterms:modified>
</cp:coreProperties>
</file>