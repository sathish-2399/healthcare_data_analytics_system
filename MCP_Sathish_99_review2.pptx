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70" r:id="rId2"/>
    <p:sldId id="257" r:id="rId3"/>
    <p:sldId id="258" r:id="rId4"/>
    <p:sldId id="284" r:id="rId5"/>
    <p:sldId id="274" r:id="rId6"/>
    <p:sldId id="285" r:id="rId7"/>
    <p:sldId id="286" r:id="rId8"/>
    <p:sldId id="287" r:id="rId9"/>
    <p:sldId id="288" r:id="rId10"/>
    <p:sldId id="289" r:id="rId11"/>
    <p:sldId id="273" r:id="rId12"/>
    <p:sldId id="275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E178F9-2E17-4F02-A340-AD467C8C089F}">
  <a:tblStyle styleId="{2DE178F9-2E17-4F02-A340-AD467C8C089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2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090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45f8a42a8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b45f8a42a8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45f8a42a8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b45f8a42a8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b462991b92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b462991b92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06578-B805-49AF-9D64-CAB41C8A9660}" type="datetimeFigureOut">
              <a:rPr lang="en-IN" smtClean="0"/>
              <a:t>31-01-2026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F7ADC7-1FC6-41A6-8F15-2D18E95A86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1137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245225" y="301201"/>
            <a:ext cx="7022400" cy="107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10862"/>
              </a:lnSpc>
            </a:pPr>
            <a:r>
              <a:rPr lang="en" sz="29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NATIONAL ENGINEERING COLLEGE,</a:t>
            </a:r>
            <a:endParaRPr sz="29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ct val="108723"/>
              </a:lnSpc>
            </a:pPr>
            <a:r>
              <a:rPr lang="en" sz="23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K.R.NAGAR, KOVILPATTI - 628 503</a:t>
            </a:r>
            <a:endParaRPr sz="235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5891" y="323494"/>
            <a:ext cx="1009332" cy="99669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972375" y="1567026"/>
            <a:ext cx="7568100" cy="1495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6354" algn="ctr">
              <a:lnSpc>
                <a:spcPct val="80000"/>
              </a:lnSpc>
            </a:pPr>
            <a:r>
              <a:rPr lang="en" sz="265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23CS1ME - Mini Capstone Project</a:t>
            </a:r>
            <a:endParaRPr sz="265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6354">
              <a:lnSpc>
                <a:spcPct val="80000"/>
              </a:lnSpc>
            </a:pPr>
            <a:endParaRPr lang="en-US" sz="265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6354" algn="ctr">
              <a:lnSpc>
                <a:spcPct val="80000"/>
              </a:lnSpc>
            </a:pPr>
            <a:r>
              <a:rPr lang="en-IN" sz="2700" dirty="0"/>
              <a:t>Healthcare Data Analytics System</a:t>
            </a:r>
          </a:p>
          <a:p>
            <a:pPr marL="46354">
              <a:lnSpc>
                <a:spcPct val="80000"/>
              </a:lnSpc>
            </a:pPr>
            <a:endParaRPr sz="265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35900" y="3452526"/>
            <a:ext cx="3500700" cy="1231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COORDINATOR: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/>
            <a:r>
              <a:rPr lang="en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Ms.P.Priyadharshini, Assistant Prof/CSE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5233700" y="3452526"/>
            <a:ext cx="3674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20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SUBMITTED BY: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/>
            <a:r>
              <a:rPr lang="en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SATHISH B - 2312099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36300" y="4393926"/>
            <a:ext cx="30000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" sz="24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DATE: </a:t>
            </a:r>
            <a:r>
              <a:rPr lang="en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31-01-2026</a:t>
            </a:r>
            <a:endParaRPr sz="24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/>
        </p:nvSpPr>
        <p:spPr>
          <a:xfrm>
            <a:off x="2959025" y="0"/>
            <a:ext cx="2539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AGENDA</a:t>
            </a:r>
            <a:endParaRPr/>
          </a:p>
        </p:txBody>
      </p:sp>
      <p:sp>
        <p:nvSpPr>
          <p:cNvPr id="65" name="Google Shape;65;p14"/>
          <p:cNvSpPr txBox="1"/>
          <p:nvPr/>
        </p:nvSpPr>
        <p:spPr>
          <a:xfrm>
            <a:off x="504950" y="1025188"/>
            <a:ext cx="6714900" cy="3093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&amp; Project Motivation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 &amp; Workflow Diagram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/ Model / Pipeline Design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/ Model Selection Justification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Prototype Demonstration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50% Implementation Progress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/>
        </p:nvSpPr>
        <p:spPr>
          <a:xfrm>
            <a:off x="1207950" y="272125"/>
            <a:ext cx="67281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b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sz="4400"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272850" y="703075"/>
            <a:ext cx="8598300" cy="49413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just">
              <a:lnSpc>
                <a:spcPct val="115000"/>
              </a:lnSpc>
              <a:spcBef>
                <a:spcPts val="1200"/>
              </a:spcBef>
            </a:pPr>
            <a:b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1800" dirty="0"/>
              <a:t>In healthcare systems, large amounts of symptom and disease data are generated from patient records, but this data is often not effectively analyzed to support clinical understanding and decision-making. </a:t>
            </a:r>
          </a:p>
          <a:p>
            <a:pPr algn="just">
              <a:lnSpc>
                <a:spcPct val="115000"/>
              </a:lnSpc>
              <a:spcBef>
                <a:spcPts val="1200"/>
              </a:spcBef>
            </a:pPr>
            <a:r>
              <a:rPr lang="en-US" sz="1800" dirty="0"/>
              <a:t>     Manual analysis of symptom–disease relationships is time-consuming and prone to oversight, making it difficult to identify common disease patterns and trends. Using the Healthcare Symptoms–Disease Classification dataset, the problem is to design a Healthcare Data Analytics System that organizes, analyzes, and visualizes symptom and disease data to extract meaningful insights. </a:t>
            </a:r>
          </a:p>
          <a:p>
            <a:pPr algn="just">
              <a:lnSpc>
                <a:spcPct val="115000"/>
              </a:lnSpc>
              <a:spcBef>
                <a:spcPts val="1200"/>
              </a:spcBef>
            </a:pPr>
            <a:r>
              <a:rPr lang="en-US" sz="1800" dirty="0"/>
              <a:t>     The system aims to help healthcare stakeholders better understand disease occurrences, symptom associations, and overall health trends, thereby supporting informed and data-driven healthcare decisions.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just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/>
        </p:nvSpPr>
        <p:spPr>
          <a:xfrm>
            <a:off x="1613250" y="139321"/>
            <a:ext cx="5917500" cy="1046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 and </a:t>
            </a:r>
            <a:r>
              <a:rPr lang="en-US" sz="28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WorkFlow</a:t>
            </a:r>
            <a:r>
              <a:rPr lang="en-US" sz="28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Diagram</a:t>
            </a:r>
            <a:endParaRPr sz="28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617704" y="1185731"/>
            <a:ext cx="8202600" cy="350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US" sz="1600" b="1" dirty="0"/>
              <a:t>System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Modular design integrating UI, backend processing, and machine learning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Ensures smooth data flow from user input to prediction output</a:t>
            </a:r>
          </a:p>
          <a:p>
            <a:br>
              <a:rPr lang="en-US" sz="1600" dirty="0"/>
            </a:br>
            <a:r>
              <a:rPr lang="en-US" sz="1600" b="1" dirty="0"/>
              <a:t>User Interface (Frontend)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Collects patient details such as age, gender, and symptoms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Displays disease prediction with High, Medium, and Low risk levels</a:t>
            </a:r>
          </a:p>
          <a:p>
            <a:br>
              <a:rPr lang="en-US" sz="1600" dirty="0"/>
            </a:br>
            <a:r>
              <a:rPr lang="en-US" sz="1600" b="1" dirty="0"/>
              <a:t>Application Layer (Backend)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Receives and validates input from the frontend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Coordinates preprocessing and model prediction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4B8B5E8-338D-2EA6-C6F3-0F586B476359}"/>
              </a:ext>
            </a:extLst>
          </p:cNvPr>
          <p:cNvSpPr txBox="1"/>
          <p:nvPr/>
        </p:nvSpPr>
        <p:spPr>
          <a:xfrm>
            <a:off x="342900" y="365761"/>
            <a:ext cx="65151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Cleans and standardizes symptom text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Prepares input features for machine learning</a:t>
            </a:r>
          </a:p>
          <a:p>
            <a:pPr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Feature Engineering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text symptoms into numerical vectors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age, gender, and age group with symptom features</a:t>
            </a:r>
          </a:p>
          <a:p>
            <a:pPr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Machine Learning Model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Naive Bayes classifier for disease prediction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probability scores for each disease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Processing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Ranks diseases based on prediction probabilities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Normalizes top three results into High, Medium, and Low risk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3139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2BDF6-640F-20D0-02C3-2F7E8DE90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-60497"/>
            <a:ext cx="8520600" cy="572700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latin typeface="Times New Roman"/>
                <a:ea typeface="Times New Roman"/>
                <a:cs typeface="Times New Roman"/>
                <a:sym typeface="Times New Roman"/>
              </a:rPr>
              <a:t>Flow Diagram</a:t>
            </a:r>
            <a:br>
              <a:rPr lang="en-IN" b="1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75B2BE8-7DA1-0918-4D0D-4AEDFDACC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89" y="512203"/>
            <a:ext cx="4288479" cy="4288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95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6ABA2-9949-2BEE-D74B-06D6DB702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6214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Algorithm - </a:t>
            </a:r>
            <a:r>
              <a:rPr lang="en-IN" dirty="0"/>
              <a:t>Naive Bayes Classifier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1B0CDE-7DF9-916F-4F8D-B63E9B5F31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63110" y="834845"/>
            <a:ext cx="8226510" cy="4510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Naive Bayes is a probabilistic machine learning algorithm based on Bayes’ Theorem.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predicts the most likely disease by calculating the probability of each disease given the observed symptoms and patient information.</a:t>
            </a:r>
          </a:p>
          <a:p>
            <a:pPr marL="114300" indent="0"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Working Principle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Assumes that symptoms are conditionally independent of each other given the disease.</a:t>
            </a:r>
          </a:p>
          <a:p>
            <a:pPr marL="114300" indent="0">
              <a:buNone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Computes disease probabilities using frequency of symptoms from the training dataset.</a:t>
            </a:r>
          </a:p>
          <a:p>
            <a:pPr marL="114300" indent="0">
              <a:buNone/>
            </a:pP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Justification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Works well with text data such as medical symptoms represented using bag-of-words.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Requires less computational power and provides quick predictions, suitable for real-time healthcare systems.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95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6FA40-EF58-F562-4CD0-AC2041A0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50% Implementation Progress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BAE34D-3AE6-C67F-50E3-70192C56A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pPr marL="11430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Completed Tasks: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Collected and preprocessed the healthcare symptoms–disease dataset by cleaning symptom text and structuring patient data.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Designed and implemented the backend workflow including data preprocessing, feature extraction, and Naive Bayes model training.</a:t>
            </a:r>
          </a:p>
          <a:p>
            <a:pPr marL="11430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Development Status: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 is successfully integrated with the backend for disease probability prediction.</a:t>
            </a: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Basic web-based user interface is developed to accept patient inputs and display prediction results.</a:t>
            </a:r>
          </a:p>
          <a:p>
            <a:pPr marL="11430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Output:</a:t>
            </a:r>
          </a:p>
          <a:p>
            <a:pPr marL="114300" indent="0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System predicts top three possible diseases with probability-based risk levels (High / Medium / Low).</a:t>
            </a:r>
          </a:p>
          <a:p>
            <a:pPr marL="114300" indent="0">
              <a:buNone/>
            </a:pP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695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8E5A-3085-CEAD-264D-8FDED098C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Planned Remaining Work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4BE27B-C5B5-1CB4-27F7-46A1B4169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11700" y="1238542"/>
            <a:ext cx="8249370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Expand the healthcare dataset to include more patient records and disease variations.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 feature extraction techniques to enhance symptom–disease correlation.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Evaluate and compare model performance using accuracy and confusion matrix metrics.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Enhance the user interface with clearer visual indicators and usability improvements.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Prepare detailed documentation, testing reports, and final project presentation.</a:t>
            </a:r>
          </a:p>
        </p:txBody>
      </p:sp>
    </p:spTree>
    <p:extLst>
      <p:ext uri="{BB962C8B-B14F-4D97-AF65-F5344CB8AC3E}">
        <p14:creationId xmlns:p14="http://schemas.microsoft.com/office/powerpoint/2010/main" val="497921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55BE994-3D26-CFD2-DE8A-C0F805481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658" y="1579059"/>
            <a:ext cx="4535790" cy="232735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B0E3E9-43FD-BD2A-CAB0-28010A4DE0B8}"/>
              </a:ext>
            </a:extLst>
          </p:cNvPr>
          <p:cNvSpPr txBox="1"/>
          <p:nvPr/>
        </p:nvSpPr>
        <p:spPr>
          <a:xfrm>
            <a:off x="303837" y="275943"/>
            <a:ext cx="3434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Output:</a:t>
            </a:r>
            <a:endParaRPr lang="en-IN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B4AAF0-62E5-A20B-44BE-E3D26E5E2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2" y="833758"/>
            <a:ext cx="3868009" cy="347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322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65AEB-9402-4814-7036-6B58BA325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Project Plan and Milestones: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BB6E94-855E-5934-6D3F-4A3B5143B6E7}"/>
              </a:ext>
            </a:extLst>
          </p:cNvPr>
          <p:cNvSpPr txBox="1"/>
          <p:nvPr/>
        </p:nvSpPr>
        <p:spPr>
          <a:xfrm>
            <a:off x="408878" y="1278673"/>
            <a:ext cx="741184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1: Requirement Analysis &amp; Dataset Collection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Studied healthcare problem, collected symptoms–disease dataset, and finalized project scope.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2: Data Preprocessing &amp; Feature Engineering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Cleaned symptom text, handled age and gender data, and prepared features for ML model.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3: Machine Learning Model Development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Implemented Naive Bayes algorithm and generated disease predictions with probabilities.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4: System Integration &amp; UI Development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Integrated ML model with backend and developed a web-based user interface for input and output.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Phase 5: Testing, Evaluation &amp; Finalization</a:t>
            </a:r>
            <a:b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dirty="0">
                <a:solidFill>
                  <a:schemeClr val="tx1"/>
                </a:solidFill>
                <a:latin typeface="Arial" panose="020B0604020202020204" pitchFamily="34" charset="0"/>
              </a:rPr>
              <a:t>– Tested system accuracy, refined outputs (High/Medium/Low), and prepared documentation and presentation.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7136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84C7-F76C-4E31-6B8D-DF6173AC7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5359" y="2215002"/>
            <a:ext cx="3033666" cy="713496"/>
          </a:xfrm>
        </p:spPr>
        <p:txBody>
          <a:bodyPr/>
          <a:lstStyle/>
          <a:p>
            <a:pPr marL="114300" indent="0">
              <a:buNone/>
            </a:pP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THANK YOU</a:t>
            </a:r>
            <a:endParaRPr lang="en-IN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86743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</TotalTime>
  <Words>751</Words>
  <Application>Microsoft Office PowerPoint</Application>
  <PresentationFormat>On-screen Show (16:9)</PresentationFormat>
  <Paragraphs>80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Times New Roman</vt:lpstr>
      <vt:lpstr>Wingdings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Flow Diagram </vt:lpstr>
      <vt:lpstr>Algorithm - Naive Bayes Classifier</vt:lpstr>
      <vt:lpstr>50% Implementation Progress</vt:lpstr>
      <vt:lpstr>Planned Remaining Work</vt:lpstr>
      <vt:lpstr>PowerPoint Presentation</vt:lpstr>
      <vt:lpstr>Project Plan and Milestones: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ADMIN</dc:creator>
  <cp:lastModifiedBy>Sathish B</cp:lastModifiedBy>
  <cp:revision>17</cp:revision>
  <dcterms:modified xsi:type="dcterms:W3CDTF">2026-01-31T07:59:36Z</dcterms:modified>
</cp:coreProperties>
</file>